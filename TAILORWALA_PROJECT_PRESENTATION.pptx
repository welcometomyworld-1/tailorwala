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731520"/>
            <a:ext cx="3108960" cy="320040"/>
          </a:xfrm>
          <a:prstGeom prst="roundRect">
            <a:avLst>
              <a:gd name="adj" fmla="val 17143"/>
            </a:avLst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YEAR MAJOR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TAILORWALA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 Doorstep Custom Tailoring &amp; Bespoke Couture Platform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 multi-tier web application connecting customers with master artisan tailors for home measurement visits, custom garment creation, live order tracking, and QR ID security verification.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5486400" cy="1645920"/>
          </a:xfrm>
          <a:prstGeom prst="roundRect">
            <a:avLst>
              <a:gd name="adj" fmla="val 6667"/>
            </a:avLst>
          </a:prstGeom>
          <a:solidFill>
            <a:srgbClr val="151E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88620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DEVELOPERS: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4206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Aryan Kumar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4480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Architecture &amp; Security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0" y="4206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Sushant Kumar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4480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 &amp; System Testing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05840" y="4937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• Node.js • Express • MongoDB • RBAC Security</a:t>
            </a:r>
            <a:endParaRPr lang="en-US" sz="8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731520"/>
            <a:ext cx="4846320" cy="5394960"/>
          </a:xfrm>
          <a:prstGeom prst="ellipse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858000" y="5486400"/>
            <a:ext cx="4297680" cy="457200"/>
          </a:xfrm>
          <a:prstGeom prst="roundRect">
            <a:avLst>
              <a:gd name="adj" fmla="val 20000"/>
            </a:avLst>
          </a:prstGeom>
          <a:solidFill>
            <a:srgbClr val="0F172A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55595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Master Artisan Tailoring &amp; Doorstep Fit Assurance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TailorWala Project Presentation • Aryan Kumar &amp; Sushant Kumar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9784080" y="6446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TailorWala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Background, Purpose, Target Users, and Value Proposition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84080" y="32004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0" y="3200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✂️ TAILORWALA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TailorWala Project Presentation • Aryan Kumar &amp; Sushant Kumar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784080" y="6446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2880360" cy="2286000"/>
          </a:xfrm>
          <a:prstGeom prst="roundRect">
            <a:avLst>
              <a:gd name="adj" fmla="val 4800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173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What is TailorWala?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78308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bespoke tailoring platform connecting customers with master tailoring artisans for home measurement visits, custom stitching, and delivery.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49040" y="1234440"/>
            <a:ext cx="2880360" cy="2286000"/>
          </a:xfrm>
          <a:prstGeom prst="roundRect">
            <a:avLst>
              <a:gd name="adj" fmla="val 4800"/>
            </a:avLst>
          </a:prstGeom>
          <a:solidFill>
            <a:srgbClr val="FEF3C7"/>
          </a:solidFill>
          <a:ln w="1524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14173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Core Purpose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1920" y="178308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digitize the unorganized tailoring sector, eliminating inconvenient shop trips, paper sizing errors, and delayed deliveries with modern automation.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2880360" cy="2286000"/>
          </a:xfrm>
          <a:prstGeom prst="roundRect">
            <a:avLst>
              <a:gd name="adj" fmla="val 4800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8404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Target Audience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20624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Customers: Doorstep bookings &amp; tracking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Master Tailors: Order queue &amp; digital portfolio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Staff &amp; Admins: RBAC governance &amp; audit logs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49040" y="3657600"/>
            <a:ext cx="2880360" cy="2286000"/>
          </a:xfrm>
          <a:prstGeom prst="roundRect">
            <a:avLst>
              <a:gd name="adj" fmla="val 4800"/>
            </a:avLst>
          </a:prstGeom>
          <a:solidFill>
            <a:srgbClr val="F5F3FF"/>
          </a:solidFill>
          <a:ln w="15240">
            <a:solidFill>
              <a:srgbClr val="DDD6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38404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Value Proposition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420624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 flawless custom fitting without leaving home, supports local tailor economies, and ensures safety with verified ID badges.</a:t>
            </a:r>
            <a:endParaRPr lang="en-US" sz="8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234440"/>
            <a:ext cx="4389120" cy="4114800"/>
          </a:xfrm>
          <a:prstGeom prst="ellipse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040880" y="5486400"/>
            <a:ext cx="43891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78040" y="555955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 Doorstep Measurement Consultation: Master tailors visit clients with digital tablet measurement recording.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Industry Gaps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Challenges Plaguing Traditional Custom Tailoring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84080" y="32004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0" y="3200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✂️ TAILORWALA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TailorWala Project Presentation • Aryan Kumar &amp; Sushant Kumar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784080" y="6446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EF2F2"/>
          </a:solidFill>
          <a:ln w="15240">
            <a:solidFill>
              <a:srgbClr val="FECA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463040"/>
            <a:ext cx="548640" cy="320040"/>
          </a:xfrm>
          <a:prstGeom prst="roundRect">
            <a:avLst>
              <a:gd name="adj" fmla="val 17143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4630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4592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🚶‍♂️  Inconvenient Physical Store Visits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192024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must travel 3 to 4 times for measurement, fabric drop-off, trial fitting, and final pickup—wasting valuable time and fuel.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EF2F2"/>
          </a:solidFill>
          <a:ln w="15240">
            <a:solidFill>
              <a:srgbClr val="FEC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463040"/>
            <a:ext cx="548640" cy="320040"/>
          </a:xfrm>
          <a:prstGeom prst="roundRect">
            <a:avLst>
              <a:gd name="adj" fmla="val 17143"/>
            </a:avLst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4630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4088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📏  Measurement &amp; Sizing Errors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55080" y="192024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paper notes and disorganized notebooks lead to ill-fitting garments, lost alterations instructions, and costly rework.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5204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EF2F2"/>
          </a:solidFill>
          <a:ln w="15240">
            <a:solidFill>
              <a:srgbClr val="FECA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3749040"/>
            <a:ext cx="548640" cy="320040"/>
          </a:xfrm>
          <a:prstGeom prst="roundRect">
            <a:avLst>
              <a:gd name="adj" fmla="val 17143"/>
            </a:avLst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37490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45920" y="3749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Limited Artisan Discovery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0120" y="420624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skilled master tailors lack online visibility, digital portfolios, or booking tools, confining their earnings to walk-in footfall.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35204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EF2F2"/>
          </a:solidFill>
          <a:ln w="15240">
            <a:solidFill>
              <a:srgbClr val="FECA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3749040"/>
            <a:ext cx="548640" cy="320040"/>
          </a:xfrm>
          <a:prstGeom prst="roundRect">
            <a:avLst>
              <a:gd name="adj" fmla="val 17143"/>
            </a:avLst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7490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40880" y="3749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 Opaque Pricing &amp; No Tracking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55080" y="420624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real-time progress visibility, unpredictable delivery timelines, unstandardized pricing, and absence of formal digital receipts.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" y="5852160"/>
            <a:ext cx="1069848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92531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THE ROOT CAUSE: Lack of an organized digital platform connecting customer sizing, order tracking &amp; master craftsmen.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&amp; Impact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TailorWala Digitizes the End-to-End Tailoring Workflow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84080" y="32004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0" y="3200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✂️ TAILORWALA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TailorWala Project Presentation • Aryan Kumar &amp; Sushant Kumar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784080" y="6446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EF2F2"/>
          </a:solidFill>
          <a:ln w="1524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17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ISSUES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691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21031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Multiple store trips required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05840" y="26974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Lost paper measurement slips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05840" y="32918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Unpredictable delivery dates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05840" y="38862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No digital receipts or tracking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05840" y="44805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Tailors limited to footfall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89120" y="123444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417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TAILORWALA SOLUTION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1691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Innovations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63440" y="21031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Doorstep measurement visits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63440" y="26974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Cloud measurement profile vault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63440" y="32918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Real-time order pipeline tracker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63440" y="38862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Multi-channel payment gateway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63440" y="44805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Artisan digital portfolios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046720" y="123444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1417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IMPACT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1691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Results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321040" y="21031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100% Doorstep convenience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321040" y="26974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Zero sizing &amp; fit errors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321040" y="32918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Guaranteed 3-7 day turnaround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321040" y="38862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Safe payments &amp; live receipts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321040" y="44805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Sustainable artisan revenue growth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1520" y="548640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1D4ED8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55961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Zero Travel Needed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474720" y="548640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1D4ED8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0" y="55961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Cloud Sizing Vault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17920" y="548640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1D4ED8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55961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3-7 Day Fast Turnaround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961120" y="548640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1D4ED8"/>
          </a:solidFill>
          <a:ln/>
        </p:spPr>
      </p:sp>
      <p:sp>
        <p:nvSpPr>
          <p:cNvPr id="40" name="Text 38"/>
          <p:cNvSpPr/>
          <p:nvPr/>
        </p:nvSpPr>
        <p:spPr>
          <a:xfrm>
            <a:off x="8961120" y="55961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Live QR ID Badges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 &amp; Security Studio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High-Impact Capabilities for Customers, Tailors, and Staff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84080" y="32004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0" y="3200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✂️ TAILORWALA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TailorWala Project Presentation • Aryan Kumar &amp; Sushant Kumar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784080" y="6446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34440"/>
            <a:ext cx="2697480" cy="54864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3716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Location-Based Search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1709928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accredited tailors in Delhi NCR with distance radius filters &amp; reviews.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566160" y="12344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234440"/>
            <a:ext cx="2697480" cy="54864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13716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 Cloud Measurements Vault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03320" y="1709928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male &amp; female body profiles for 1-click doorstep reorders.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31520" y="28346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834640"/>
            <a:ext cx="2697480" cy="54864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971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Live Order Tracking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8680" y="3310128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pipeline from fabric pickup to tailoring &amp; delivery.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566160" y="28346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2834640"/>
            <a:ext cx="2697480" cy="54864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23" name="Text 21"/>
          <p:cNvSpPr/>
          <p:nvPr/>
        </p:nvSpPr>
        <p:spPr>
          <a:xfrm>
            <a:off x="3703320" y="2971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 Multi-Channel Payments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03320" y="3310128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 verification, UPI, Card, NetBanking, and Dynamic QR.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31520" y="44348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434840"/>
            <a:ext cx="2697480" cy="54864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572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12-Module Staff RBAC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68680" y="4910328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permissions matrix with 1-click Select All/Clear All.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566160" y="44348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66160" y="4434840"/>
            <a:ext cx="2697480" cy="54864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31" name="Text 29"/>
          <p:cNvSpPr/>
          <p:nvPr/>
        </p:nvSpPr>
        <p:spPr>
          <a:xfrm>
            <a:off x="3703320" y="4572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Public Live QR Verification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703320" y="4910328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Anti-fraud staff validation via live QR scanner at /verify-id.</a:t>
            </a:r>
            <a:endParaRPr lang="en-US" sz="75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234440"/>
            <a:ext cx="4754880" cy="4023360"/>
          </a:xfrm>
          <a:prstGeom prst="ellipse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6675120" y="5394960"/>
            <a:ext cx="47548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12280" y="546811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🪪 Enterprise ID Studio &amp; Live QR Verification: Double-sided printable badges with holographic security seals and real-time public authenticity check.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&amp; Languages Used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Modern Web Architecture &amp; Development Stack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84080" y="32004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0" y="3200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✂️ TAILORWALA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TailorWala Project Presentation • Aryan Kumar &amp; Sushant Kumar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784080" y="6446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2514600" cy="4892040"/>
          </a:xfrm>
          <a:prstGeom prst="roundRect">
            <a:avLst>
              <a:gd name="adj" fmla="val 4364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4173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FRONTEND STACK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68680" y="182880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9385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2212848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Component-driven Single Page UI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868680" y="2852928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962656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ES6+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3236976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async logic &amp; hooks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68680" y="3877056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98678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&amp; Bootstrap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4261104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 tokens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68680" y="4901184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0109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5285232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Ultra-fast HMR &amp; bundler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29000" y="1234440"/>
            <a:ext cx="2514600" cy="4892040"/>
          </a:xfrm>
          <a:prstGeom prst="roundRect">
            <a:avLst>
              <a:gd name="adj" fmla="val 4364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14173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BACKEND ENGINE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566160" y="182880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19385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(v18+)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0" y="2212848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server runtime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566160" y="2852928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2962656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0" y="3236976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routing &amp; controllers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566160" y="3877056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398678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PDFKit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0" y="4261104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&amp; badge engine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566160" y="4901184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50109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Dotenv &amp; CORS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0" y="5285232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cross-origin pipeline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126480" y="1234440"/>
            <a:ext cx="2514600" cy="4892040"/>
          </a:xfrm>
          <a:prstGeom prst="roundRect">
            <a:avLst>
              <a:gd name="adj" fmla="val 4364"/>
            </a:avLst>
          </a:prstGeom>
          <a:solidFill>
            <a:srgbClr val="F5F3FF"/>
          </a:solidFill>
          <a:ln w="15240">
            <a:solidFill>
              <a:srgbClr val="DDD6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14173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DATABASE &amp; AUTH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63640" y="182880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19385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55080" y="2212848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 document data store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263640" y="2852928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2962656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Mongoose 8 ODM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55080" y="3236976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validation &amp; indexing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263640" y="3877056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398678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Tokens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55080" y="4261104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Bearer token auth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263640" y="4901184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50109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BcryptJS (10 Salt)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355080" y="5285232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Salted password encryption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823960" y="1234440"/>
            <a:ext cx="2514600" cy="4892040"/>
          </a:xfrm>
          <a:prstGeom prst="roundRect">
            <a:avLst>
              <a:gd name="adj" fmla="val 4364"/>
            </a:avLst>
          </a:prstGeom>
          <a:solidFill>
            <a:srgbClr val="FEF3C7"/>
          </a:solidFill>
          <a:ln w="15240">
            <a:solidFill>
              <a:srgbClr val="FDE68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61120" y="14173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SERVICES &amp; TESTS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961120" y="182880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52560" y="19385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MongoDB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052560" y="2212848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 suite fallback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8961120" y="2852928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52560" y="2962656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QR Engine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052560" y="3236976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verification QR builder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8961120" y="3877056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52560" y="398678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API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052560" y="4261104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hotline integration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8961120" y="4901184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52560" y="501091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Test Runner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9052560" y="5285232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 passing integration tests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Interface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Micro-Modular Architecture with Cloud Database &amp; Dashboard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84080" y="32004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0" y="3200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✂️ TAILORWALA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TailorWala Project Presentation • Aryan Kumar &amp; Sushant Kumar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784080" y="6446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34416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ACTORS &amp; CLIENTS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16459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Customers • 👔 Master Tailors • 🔐 Staff &amp; Admins • 🪪 QR Scanners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31520" y="242316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53288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FRONTEND PRESENTATION (React 19)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28346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AuthContext • Tailor Filters • Measurement Vault • RBAC Studio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31520" y="361188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2160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BACKEND API LAYER (Express 4)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4400" y="40233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authController • bookingPipeline • adminRBAC • tailorPortfolio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1520" y="480060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91032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4: DATABASE &amp; INTEGRATIONS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14400" y="52120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(Mongoose) • In-Memory Tests • QR Engine • WhatsApp API</a:t>
            </a:r>
            <a:endParaRPr lang="en-US" sz="8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234440"/>
            <a:ext cx="5212080" cy="4023360"/>
          </a:xfrm>
          <a:prstGeom prst="ellipse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217920" y="539496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55080" y="546811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TailorWala Live SaaS Dashboard: Dynamic measurement vault, live order status pipelines, tailor directory, and business analytics.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Operational Workflow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9-Stage Customer &amp; Artisan Journey from Discovery to Doorstep Delivery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84080" y="32004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0" y="3200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✂️ TAILORWALA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TailorWala Project Presentation • Aryan Kumar &amp; Sushant Kumar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784080" y="6446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41732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4356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14356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/ Sign 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17830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login &amp; profile setup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89120" y="12344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41732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4356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14356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Tailor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17830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city, rating &amp; skills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046720" y="12344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141732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14356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0" y="14356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Garment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69680" y="17830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suit, kurta, or dress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1520" y="28346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301752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1D4ED8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0358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54480" y="30358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54480" y="33832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Doorstep visit or saved vault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389120" y="28346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301752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1D4ED8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30358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0358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&amp; Address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12080" y="33832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(7d) or Express (3d)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046720" y="28346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0" y="301752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1D4ED8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30358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869680" y="30358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Payment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869680" y="33832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COD, UPI, Card, or QR code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31520" y="44348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461772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1D4ED8"/>
          </a:solidFill>
          <a:ln/>
        </p:spPr>
      </p:sp>
      <p:sp>
        <p:nvSpPr>
          <p:cNvPr id="41" name="Text 39"/>
          <p:cNvSpPr/>
          <p:nvPr/>
        </p:nvSpPr>
        <p:spPr>
          <a:xfrm>
            <a:off x="914400" y="46360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554480" y="4636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Verified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554480" y="4983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booking timeline tracking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89120" y="44348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0" y="461772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1D4ED8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0" y="46360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12080" y="4636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Stitching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12080" y="4983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Artisan crafts custom garment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046720" y="44348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29600" y="461772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1D4ED8"/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0" y="46360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869680" y="4636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Doorstep Delivery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869680" y="4983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Quality-checked final delivery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31520" y="6035040"/>
            <a:ext cx="10698480" cy="320040"/>
          </a:xfrm>
          <a:prstGeom prst="roundRect">
            <a:avLst>
              <a:gd name="adj" fmla="val 17143"/>
            </a:avLst>
          </a:prstGeom>
          <a:solidFill>
            <a:srgbClr val="F1F5F9"/>
          </a:solidFill>
          <a:ln/>
        </p:spPr>
      </p:sp>
      <p:sp>
        <p:nvSpPr>
          <p:cNvPr id="55" name="Text 53"/>
          <p:cNvSpPr/>
          <p:nvPr/>
        </p:nvSpPr>
        <p:spPr>
          <a:xfrm>
            <a:off x="731520" y="608076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➔ Measurement Visit ➔ Cloud Sizing ➔ Fabric Collection ➔ Artisan Stitching ➔ Quality Trial ➔ Doorstep Delivery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&amp; Future Innovation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Impact and Cutting-Edge Technological Horizon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784080" y="32004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0" y="3200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✂️ TAILORWALA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TailorWala Project Presentation • Aryan Kumar &amp; Sushant Kumar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784080" y="6446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/ 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5120640" cy="4892040"/>
          </a:xfrm>
          <a:prstGeom prst="roundRect">
            <a:avLst>
              <a:gd name="adj" fmla="val 2243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KEY BENEFITS &amp; IMPACT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18745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100% Doorstep Convenience: No travel or waiting in shops.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24048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Accredited Master Tailors: Verified artisans with ratings.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05840" y="293522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Cloud Measurement Vault: Eliminates paper note errors.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05840" y="346557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Transparent Pricing: Fixed rates &amp; clear delivery fees.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05840" y="39959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Multi-Channel Payments: COD, UPI, Card &amp; Dynamic QR.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05840" y="45262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12-Module Staff RBAC: Granular control &amp; immutable logs.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05840" y="505663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Live QR Authenticity: Anti-fraud official ID verification.</a:t>
            </a:r>
            <a:endParaRPr lang="en-US" sz="8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234440"/>
            <a:ext cx="5212080" cy="2926080"/>
          </a:xfrm>
          <a:prstGeom prst="ellipse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217920" y="434340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4462272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FUTURE INNOVATION ROADMAP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400800" y="4754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 📱 AI 3D Camera Body Scanning for instant smartphone sizing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400800" y="5074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 🗺️ Live GPS Agent Tracking for doorstep artisan visits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400800" y="5394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 👗 3D Virtual AR Fabric Try-On &amp; Multilingual Voice Booking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400800" y="5715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 🤖 Automated WhatsApp AI Booking &amp; Status Concierge Bot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731520"/>
            <a:ext cx="9445752" cy="5394960"/>
          </a:xfrm>
          <a:prstGeom prst="roundRect">
            <a:avLst>
              <a:gd name="adj" fmla="val 3051"/>
            </a:avLst>
          </a:prstGeom>
          <a:solidFill>
            <a:srgbClr val="151E32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0" y="109728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645920" y="178308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Reimagining the Bespoke Tailoring Experience for the Modern Digital Era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0" y="233172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0A0F1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2423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Doorstep Convenience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37760" y="233172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0A0F1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423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12-Module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RBAC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680960" y="233172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0A0F1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2423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QR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8096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Anti-Fraud ID Security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194560" y="3566160"/>
            <a:ext cx="7772400" cy="1645920"/>
          </a:xfrm>
          <a:prstGeom prst="roundRect">
            <a:avLst>
              <a:gd name="adj" fmla="val 5556"/>
            </a:avLst>
          </a:prstGeom>
          <a:solidFill>
            <a:srgbClr val="0A0F1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370332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CONTRIBUTORS &amp; OFFICIAL CONTACT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77440" y="397764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Aryan Kumar — Full-Stack Architecture &amp; Backend Security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Sushant Kumar — UI/UX Design &amp; Quality Assurance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77440" y="47091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WhatsApp Hotline: +91 87898682127  •  🌐 TailorWala Bespoke Services  •  Questions &amp; Discussion Welcome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TailorWala Project Presentation • Aryan Kumar &amp; Sushant Kumar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784080" y="6446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TailorWala Bespoke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TailorWala — On-Demand Custom Tailoring Platform</dc:title>
  <dc:subject>Final Year Major Project Presentation</dc:subject>
  <dc:creator>Aryan Kumar &amp; Sushant Kumar</dc:creator>
  <cp:lastModifiedBy>Aryan Kumar &amp; Sushant Kumar</cp:lastModifiedBy>
  <cp:revision>1</cp:revision>
  <dcterms:created xsi:type="dcterms:W3CDTF">2026-08-29T10:26:46Z</dcterms:created>
  <dcterms:modified xsi:type="dcterms:W3CDTF">2026-08-29T10:26:46Z</dcterms:modified>
</cp:coreProperties>
</file>